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164592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0"/>
            <a:ext cx="2743200" cy="164592"/>
          </a:xfrm>
          <a:prstGeom prst="rect">
            <a:avLst/>
          </a:prstGeom>
          <a:solidFill>
            <a:srgbClr val="37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2743200" cy="164592"/>
          </a:xfrm>
          <a:prstGeom prst="rect">
            <a:avLst/>
          </a:prstGeom>
          <a:solidFill>
            <a:srgbClr val="73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3962095" cy="164592"/>
          </a:xfrm>
          <a:prstGeom prst="rect">
            <a:avLst/>
          </a:prstGeom>
          <a:solidFill>
            <a:srgbClr val="F5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92040" y="1325880"/>
            <a:ext cx="2423160" cy="1143000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527048"/>
            <a:ext cx="2057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📚 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10149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92D4B"/>
                </a:solidFill>
              </a:defRPr>
            </a:pPr>
            <a:r>
              <a:t>DIGITAL LIBRARY</a:t>
            </a:r>
            <a:br/>
            <a:r>
              <a:t>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25196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D7DD2"/>
                </a:solidFill>
              </a:defRPr>
            </a:pPr>
            <a:r>
              <a:t>A Simple &amp; Smart Way to Manage Library Resources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D7DD2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45720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A34"/>
                </a:solidFill>
              </a:defRPr>
            </a:pPr>
            <a:r>
              <a:t>A Digital Library Management System helps libraries manage books, users, issue/return records and availability in one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73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79" y="1874519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7350BE"/>
                </a:solidFill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2606040"/>
            <a:ext cx="45720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A34"/>
                </a:solidFill>
              </a:defRPr>
            </a:pPr>
            <a:r>
              <a:t>Manual library work is time-consuming and can cause errors in book records, searching, issue/return tracking and user management.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73"/>
                </a:solidFill>
              </a:defRPr>
            </a:pPr>
            <a:r>
              <a:t>Key functions included in the Digital Library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75564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/>
            </a:pPr>
            <a: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37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DD2"/>
                </a:solidFill>
              </a:defRPr>
            </a:pPr>
            <a:r>
              <a:t>Book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Add, update and manage books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5448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37A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75564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/>
            </a:pPr>
            <a:r>
              <a:t>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37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A569"/>
                </a:solidFill>
              </a:defRPr>
            </a:pPr>
            <a:r>
              <a:t>Search 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Find books quickly by title/author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55448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73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175564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/>
            </a:pPr>
            <a: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37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350BE"/>
                </a:solidFill>
              </a:defRPr>
            </a:pPr>
            <a:r>
              <a:t>User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3774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Manage student/member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5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408736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/>
            </a:pPr>
            <a: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069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B3C"/>
                </a:solidFill>
              </a:defRPr>
            </a:pPr>
            <a:r>
              <a:t>Issue &amp;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Track book issue and return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88620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37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2" y="408736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/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069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BEBE"/>
                </a:solidFill>
              </a:defRPr>
            </a:pPr>
            <a:r>
              <a:t>Records &amp;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70916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View library activity and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388620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408736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/>
            </a:pPr>
            <a:r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069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DD2"/>
                </a:solidFill>
              </a:defRPr>
            </a:pPr>
            <a:r>
              <a:t>Availability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70916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</a:defRPr>
            </a:pPr>
            <a:r>
              <a:t>Check available and issued books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B"/>
                </a:solidFill>
              </a:defRPr>
            </a:pPr>
            <a:r>
              <a:t>Technologies &amp; Working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3017520" cy="1051560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HTML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508760"/>
            <a:ext cx="3017520" cy="1051560"/>
          </a:xfrm>
          <a:prstGeom prst="roundRect">
            <a:avLst/>
          </a:prstGeom>
          <a:solidFill>
            <a:srgbClr val="735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737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08760"/>
            <a:ext cx="3017520" cy="1051560"/>
          </a:xfrm>
          <a:prstGeom prst="roundRect">
            <a:avLst/>
          </a:prstGeom>
          <a:solidFill>
            <a:srgbClr val="F5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737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87451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7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447288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Login / User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354787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7DD2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246120"/>
            <a:ext cx="187451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7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3447288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Search &amp; Select 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54787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7DD2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3246120"/>
            <a:ext cx="187451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7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3447288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Issue /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54787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7DD2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246120"/>
            <a:ext cx="187451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7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3447288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Update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54787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7DD2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3246120"/>
            <a:ext cx="187451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7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8" y="3447288"/>
            <a:ext cx="1645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View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9204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A34"/>
                </a:solidFill>
              </a:defRPr>
            </a:pPr>
            <a:r>
              <a:t>The system stores and updates library information digitally, making daily operations faster, easier and more accurate.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548640"/>
            <a:ext cx="3108960" cy="3108960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326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 Digital Library Management System simplifies library operations by providing:</a:t>
            </a:r>
            <a:br/>
            <a:r>
              <a:t>• Easy book and user management</a:t>
            </a:r>
            <a:br/>
            <a:r>
              <a:t>• Fast searching and availability checking</a:t>
            </a:r>
            <a:br/>
            <a:r>
              <a:t>• Accurate issue and return tracking</a:t>
            </a:r>
            <a:br/>
            <a:r>
              <a:t>• Better records and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7BEBE"/>
                </a:solidFill>
              </a:defRPr>
            </a:pPr>
            <a:r>
              <a:t>THANK YOU 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